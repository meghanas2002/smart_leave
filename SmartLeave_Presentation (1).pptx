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286000" cy="2286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82880"/>
            <a:ext cx="1645920" cy="164592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840480"/>
            <a:ext cx="1828800" cy="18288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SmartLeave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Academic Leave Portal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Meghana S.I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1325880" cy="320040"/>
          </a:xfrm>
          <a:prstGeom prst="roundRect">
            <a:avLst>
              <a:gd name="adj" fmla="val 28571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34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4434840"/>
            <a:ext cx="1325880" cy="320040"/>
          </a:xfrm>
          <a:prstGeom prst="roundRect">
            <a:avLst>
              <a:gd name="adj" fmla="val 28571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4434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Servlet/JSP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4434840"/>
            <a:ext cx="1325880" cy="320040"/>
          </a:xfrm>
          <a:prstGeom prst="roundRect">
            <a:avLst>
              <a:gd name="adj" fmla="val 28571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4434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4434840"/>
            <a:ext cx="1325880" cy="320040"/>
          </a:xfrm>
          <a:prstGeom prst="roundRect">
            <a:avLst>
              <a:gd name="adj" fmla="val 28571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4434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4434840"/>
            <a:ext cx="1325880" cy="320040"/>
          </a:xfrm>
          <a:prstGeom prst="roundRect">
            <a:avLst>
              <a:gd name="adj" fmla="val 28571"/>
            </a:avLst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4434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731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Manual Paper Process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5361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forms filled physically, prone to loss and errors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731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Slow Approval Cycle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5361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Faculty/Admin unaware of requests in real-time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6974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97480"/>
            <a:ext cx="731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Centralized Records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32278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track, audit or generate leave reports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697480"/>
            <a:ext cx="731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No Role-Based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2278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between student, faculty, admin views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the entire leave application process for students and faculty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7335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27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dashboards for Students, Faculty, and Admin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40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9514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Faculty to review, approve or reject leave applications online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08376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08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6265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Admin to manage users, monitor all applications and generate reports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675888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6301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reliable, centralized MySQL database for all leave records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2976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fast, lightweight web application deployable on Apache Tomcat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411480"/>
          </a:xfrm>
          <a:prstGeom prst="rect">
            <a:avLst/>
          </a:prstGeom>
          <a:solidFill>
            <a:srgbClr val="E8572A"/>
          </a:solidFill>
          <a:ln w="12700">
            <a:solidFill>
              <a:srgbClr val="E85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programming &amp; business logic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97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&amp; JSP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14356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web pages &amp; HTTP request handling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697480" cy="411480"/>
          </a:xfrm>
          <a:prstGeom prst="rect">
            <a:avLst/>
          </a:prstGeom>
          <a:solidFill>
            <a:srgbClr val="0076C6"/>
          </a:solidFill>
          <a:ln w="12700">
            <a:solidFill>
              <a:srgbClr val="0076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05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4356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Connectivity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Database Connectivity with MySQL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2697480" cy="411480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26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3558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7033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users, roles &amp; leave applications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2697480" cy="411480"/>
          </a:xfrm>
          <a:prstGeom prst="rect">
            <a:avLst/>
          </a:prstGeom>
          <a:solidFill>
            <a:srgbClr val="F8DC75"/>
          </a:solidFill>
          <a:ln w="12700">
            <a:solidFill>
              <a:srgbClr val="F8DC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926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33558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7033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container for deployment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2697480" cy="411480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926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33558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7033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 &amp; styling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3291840"/>
          </a:xfrm>
          <a:prstGeom prst="rect">
            <a:avLst/>
          </a:prstGeom>
          <a:solidFill>
            <a:srgbClr val="00A896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+ HTML/CSS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560320" cy="329184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Servlets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2560320" cy="329184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01168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login.jsp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51460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student_dashboard.jsp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faculty_dashboard.jsp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admin_dashboard.jsp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LoginServlet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251460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ApplyLeaveServlet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301752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UpdateStatusServlet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352044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GenerateReportServlet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46520" y="201168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251460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leave_applications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46520" y="301752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student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3520440"/>
            <a:ext cx="228600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faculty/admin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0" y="2651760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651760"/>
            <a:ext cx="4114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2331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97880" y="2331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Student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719072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64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 online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2286000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31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leave type &amp; dates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852928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980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reason for leave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3419856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64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leave status (pending/approved/rejected)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98678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leave history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960120"/>
            <a:ext cx="26974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9601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Faculty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64992" y="1719072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1664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pending requests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64992" y="2286000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231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leave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2852928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27980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student leave history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3419856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3364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faculty dashboard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64992" y="3986784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96012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960120"/>
            <a:ext cx="2697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9601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Admin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91072" y="1719072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1664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delete users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91072" y="2286000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2231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 accounts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91072" y="2852928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27980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leave applications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91072" y="3419856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3364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leave reports (PDF)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91072" y="3986784"/>
            <a:ext cx="146304" cy="1463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control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84048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AUTO_INCREMENT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384048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'student','faculty','admin'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leave_applications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7760" y="1371600"/>
            <a:ext cx="384048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1371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18288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→ users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286000"/>
            <a:ext cx="384048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leave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27432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start date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3200400"/>
            <a:ext cx="384048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end_date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26480" y="3200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end date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0" y="36576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2648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3232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leave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37760" y="4114800"/>
            <a:ext cx="384048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2648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3232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'pending','approved','rejected'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37760" y="45720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4572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submission_date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126480" y="4572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32320" y="4572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application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06240" y="2514600"/>
            <a:ext cx="7315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51960" y="2240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247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733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391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 for Student, Faculty &amp; Admin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247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6733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Leave Apply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0391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submit leave with type, dates &amp; reason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247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16733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0391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reviews and updates leave status instantly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639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0050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generates PDF leave reports for all users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91840" y="3639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40050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adds, views and deletes users easily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17920" y="3639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History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40050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can view complete leave records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097280" cy="10972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1737360"/>
            <a:ext cx="594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18872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8308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737360"/>
            <a:ext cx="594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188720"/>
            <a:ext cx="1097280" cy="1097280"/>
          </a:xfrm>
          <a:prstGeom prst="ellipse">
            <a:avLst/>
          </a:prstGeom>
          <a:solidFill>
            <a:srgbClr val="0076C6"/>
          </a:solidFill>
          <a:ln w="12700">
            <a:solidFill>
              <a:srgbClr val="0076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737360"/>
            <a:ext cx="594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118872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16636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Reviews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1737360"/>
            <a:ext cx="594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188720"/>
            <a:ext cx="1097280" cy="10972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5800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Rejected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Workflow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1828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20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3813048"/>
            <a:ext cx="320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3520440"/>
            <a:ext cx="18288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3520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Leaves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3813048"/>
            <a:ext cx="320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520440"/>
            <a:ext cx="182880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520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813048"/>
            <a:ext cx="320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3520440"/>
            <a:ext cx="18288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520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Successfully digitizes the manual leave application process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Role-based access ensures secure, organized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Reduces paperwork and speeds up approval cycle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Centralized MySQL database ensures data integrity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Scalable architecture — can be extended with more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SmartLeave - Leave Management System</dc:title>
  <dc:subject>PptxGenJS Presentation</dc:subject>
  <dc:creator>PptxGenJS</dc:creator>
  <cp:lastModifiedBy>PptxGenJS</cp:lastModifiedBy>
  <cp:revision>1</cp:revision>
  <dcterms:created xsi:type="dcterms:W3CDTF">2026-05-05T15:10:46Z</dcterms:created>
  <dcterms:modified xsi:type="dcterms:W3CDTF">2026-05-05T15:10:46Z</dcterms:modified>
</cp:coreProperties>
</file>